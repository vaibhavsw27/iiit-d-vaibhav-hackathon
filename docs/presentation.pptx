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109728" cy="2514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783080"/>
            <a:ext cx="10058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86B6EF"/>
                </a:solidFill>
                <a:latin typeface="Segoe UI"/>
              </a:rPr>
              <a:t>S&amp;P GLOBAL &amp; CRISIL CAMPUS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94560"/>
            <a:ext cx="1024128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Real-Time AI Risk Signal Engine &amp; Tactical Index Rebalancer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703320"/>
            <a:ext cx="1005840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C3C2B7"/>
                </a:solidFill>
                <a:latin typeface="Segoe UI"/>
              </a:rPr>
              <a:t>From unstructured news &amp; social text to structured risk signals, and a sentiment-tilted index (Module 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846320"/>
            <a:ext cx="100584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Vaibhav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C3C2B7"/>
                </a:solidFill>
                <a:latin typeface="Segoe UI"/>
              </a:rPr>
              <a:t>IIIT Delhi  ·  vaibhav24597@iiitd.ac.in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PROBLEM &amp;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Too much text, too little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2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Vaibhav · IIIT Delhi · S&amp;P Global &amp; Crisil Campus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9728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Market-moving information arrives as headlines and posts. Analysts can't read it all, and keyword alerts are noisy and not comparable across companies. Goal: turn the stream into explainable numbers a portfolio can act 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14600"/>
            <a:ext cx="3566160" cy="3246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514600"/>
            <a:ext cx="73152" cy="32461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679192"/>
            <a:ext cx="3154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1  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081528"/>
            <a:ext cx="3154680" cy="2606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News: GDELT live API + Kaggle financial news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Social: Kaggle stock tweets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Synthetic sample so the demo always runs offline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Clean, dedupe, link to 15 S&amp;P 100 tickers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2514600"/>
            <a:ext cx="3566160" cy="3246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2514600"/>
            <a:ext cx="73152" cy="32461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679192"/>
            <a:ext cx="3154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2 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081528"/>
            <a:ext cx="3154680" cy="2606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Sentiment  -1..1   (FinBERT)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Event type  10 classes   (rules)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Impact  1..10   (explainable formula)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One JSON signal per company per document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2514600"/>
            <a:ext cx="3566160" cy="3246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74736" y="2514600"/>
            <a:ext cx="73152" cy="32461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2679192"/>
            <a:ext cx="3154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3  Act - Module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3081528"/>
            <a:ext cx="3154680" cy="2606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Decayed, impact-weighted sentiment per stock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Tilt equal weights: w = w0 · e^(k·s)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Bounds 2-15%, max 3 pts change / day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Backtest vs equal weight &amp; S&amp;P 500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System design and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3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Vaibhav · IIIT Delhi · S&amp;P Global &amp; Crisil Campus Hackathon 2026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421" y="1417320"/>
            <a:ext cx="8948854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KEY MODULES &amp;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Implementation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4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Vaibhav · IIIT Delhi · S&amp;P Global &amp; Crisil Campus Hackathon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3611880" cy="22402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22402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73352"/>
            <a:ext cx="3200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FinBERT sentiment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075688"/>
            <a:ext cx="3200400" cy="1600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Segoe UI"/>
              </a:rPr>
              <a:t>Finance-tuned BERT on CPU, batched; score = P(pos) − P(neg). Cached so no text is scored twice. VADER fallback (--fast).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508760"/>
            <a:ext cx="3611880" cy="22402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1688" y="1508760"/>
            <a:ext cx="73152" cy="22402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673352"/>
            <a:ext cx="3200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Rule-based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75688"/>
            <a:ext cx="3200400" cy="1600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Segoe UI"/>
              </a:rPr>
              <a:t>Weighted regex per class (credit rating, takeover, antitrust, CEO resigns…). Auditable; confidence = share of evidence.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4736" y="1508760"/>
            <a:ext cx="3611880" cy="22402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74736" y="1508760"/>
            <a:ext cx="73152" cy="22402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1673352"/>
            <a:ext cx="3200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Explainable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075688"/>
            <a:ext cx="3200400" cy="1600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Segoe UI"/>
              </a:rPr>
              <a:t>severity[event] × (0.5+|s|) × source weight × (1+0.1·ln(1+24h buzz)), clipped 1-10. All weights in config.yaml.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40"/>
            <a:ext cx="3611880" cy="22402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977640"/>
            <a:ext cx="73152" cy="2240280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142232"/>
            <a:ext cx="3200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Bounded rebalancer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544568"/>
            <a:ext cx="3200400" cy="1600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Segoe UI"/>
              </a:rPr>
              <a:t>Exact solver: bisection keeps Σw = 1 with 2-15% bounds and a 3-pt turnover cap. Each change logged with its headlines.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61688" y="3977640"/>
            <a:ext cx="3611880" cy="22402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61688" y="3977640"/>
            <a:ext cx="73152" cy="22402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4142232"/>
            <a:ext cx="3200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No look-ahead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544568"/>
            <a:ext cx="3200400" cy="1600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Segoe UI"/>
              </a:rPr>
              <a:t>Signals up to 4pm NY on day t set weights that earn day t+1's return. Enforced by a unit test (169 tests).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74736" y="3977640"/>
            <a:ext cx="3611880" cy="22402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74736" y="3977640"/>
            <a:ext cx="73152" cy="22402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8" y="4142232"/>
            <a:ext cx="3200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Serving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4544568"/>
            <a:ext cx="3200400" cy="1600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Segoe UI"/>
              </a:rPr>
              <a:t>SQLite + JSON/CSV export · FastAPI (/signals, /analyze, /weights) · Streamlit dashboard · live GDELT polling.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OUTPUTS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Key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5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Vaibhav · IIIT Delhi · S&amp;P Global &amp; Crisil Campus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1206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Sentiment model (labelled financial news)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74520"/>
          <a:ext cx="512064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8256"/>
                <a:gridCol w="1536192"/>
                <a:gridCol w="1536192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Accuracy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Macro-F1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Segoe UI"/>
                        </a:rPr>
                        <a:t>FinBERT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88.9%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0.882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VADER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54.4%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0.489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063240"/>
            <a:ext cx="5120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n = 4,838 sentences (Kaggle / Financial PhraseBank)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512064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Segoe UI"/>
              </a:rPr>
              <a:t>Backtest (Kaggle tweets, Sep 2021 – Sep 2022)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4069080"/>
          <a:ext cx="512064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8256"/>
                <a:gridCol w="1024128"/>
                <a:gridCol w="1024128"/>
                <a:gridCol w="1024128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Strategy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Return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Sharpe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Max DD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B0B0B"/>
                          </a:solidFill>
                          <a:latin typeface="Segoe UI"/>
                        </a:rPr>
                        <a:t>Sentiment Index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-18.8%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-0.65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-29.6%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Equal 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-19.2%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-0.66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-29.6%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S&amp;P 500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-16.8%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-0.73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-25.2%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5532119"/>
            <a:ext cx="512064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Avg daily turnover 2.3%; no transaction costs. Illustrative only.</a:t>
            </a:r>
          </a:p>
        </p:txBody>
      </p:sp>
      <p:pic>
        <p:nvPicPr>
          <p:cNvPr id="13" name="Picture 12" descr="backtest_cumulative_histor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440680" cy="2448306"/>
          </a:xfrm>
          <a:prstGeom prst="rect">
            <a:avLst/>
          </a:prstGeom>
        </p:spPr>
      </p:pic>
      <p:pic>
        <p:nvPicPr>
          <p:cNvPr id="14" name="Picture 13" descr="weights_stacked_histor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840480"/>
            <a:ext cx="5440680" cy="24483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DOMAIN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6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Vaibhav · IIIT Delhi · S&amp;P Global &amp; Crisil Campus Hackathon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21031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73352"/>
            <a:ext cx="50749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Faster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075688"/>
            <a:ext cx="507492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A headline becomes a scored, company-tagged signal in well under a second on a laptop CPU, and live mode refreshes every 15 minutes.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508760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508760"/>
            <a:ext cx="73152" cy="21031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673352"/>
            <a:ext cx="50749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Explainable by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075688"/>
            <a:ext cx="507492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Class probabilities, matched event keywords, the impact formula and the headlines behind every weight change are all visible. That fits risk and index governance.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840480"/>
            <a:ext cx="73152" cy="21031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005072"/>
            <a:ext cx="50749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Controlled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407408"/>
            <a:ext cx="507492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Weight bounds, a turnover cap and decay to neutral stop the index from chasing one headline.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3840480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3840480"/>
            <a:ext cx="73152" cy="2103120"/>
          </a:xfrm>
          <a:prstGeom prst="rect">
            <a:avLst/>
          </a:prstGeom>
          <a:solidFill>
            <a:srgbClr val="625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9944" y="4005072"/>
            <a:ext cx="50749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Reusable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4407408"/>
            <a:ext cx="507492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The same API feed can drive watch-lists, credit early-warning, or stress-testing scenarios (Module B), not just this index.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Segoe UI"/>
              </a:rPr>
              <a:t>499 signals from 3 sources currently in data/signals.json, all served by FastAPI and the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144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Segoe UI"/>
              </a:rPr>
              <a:t>HONEST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Segoe UI"/>
              </a:rPr>
              <a:t>Limitations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00800"/>
            <a:ext cx="8229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7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98781"/>
                </a:solidFill>
                <a:latin typeface="Segoe UI"/>
              </a:rPr>
              <a:t>Vaibhav · IIIT Delhi · S&amp;P Global &amp; Crisil Campus Hackathon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486400" cy="35661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35661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73352"/>
            <a:ext cx="50749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075688"/>
            <a:ext cx="507492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One sentiment per document: two companies in a headline share it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Dictionary entity linking; ambiguous names need exclusion lists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Keyword event rules miss unusual phrasing (falls to “Other”)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FinBERT is trained on news; weaker on slang-heavy tweets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Backtest: one year of tweets, no transaction costs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GDELT throttling: a live poll takes 2-4 minutes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508760"/>
            <a:ext cx="5486400" cy="356616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508760"/>
            <a:ext cx="73152" cy="356616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673352"/>
            <a:ext cx="50749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Next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075688"/>
            <a:ext cx="507492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Entity-level (aspect) sentiment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Fine-tune FinBERT on labelled finance tweets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Zero-shot classifier as a second opinion on events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Transaction-cost and liquidity-aware rebalancing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Longer, multi-source history (news archives)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Module B: feed signals into stress-testing scenarios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